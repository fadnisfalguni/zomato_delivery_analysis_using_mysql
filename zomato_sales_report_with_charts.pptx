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7" r:id="rId3"/>
    <p:sldId id="258" r:id="rId4"/>
    <p:sldId id="265" r:id="rId5"/>
    <p:sldId id="259" r:id="rId6"/>
    <p:sldId id="260" r:id="rId7"/>
    <p:sldId id="261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63" r:id="rId24"/>
    <p:sldId id="29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D374C-9ABF-0859-EEDA-41B76A30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33CED4-3A6E-6A2A-C488-DF089E429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20747"/>
            <a:ext cx="8229600" cy="81650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</a:t>
            </a:r>
            <a:r>
              <a:rPr lang="en-IN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DELIVERY APP ANALYSIS</a:t>
            </a:r>
          </a:p>
        </p:txBody>
      </p:sp>
    </p:spTree>
    <p:extLst>
      <p:ext uri="{BB962C8B-B14F-4D97-AF65-F5344CB8AC3E}">
        <p14:creationId xmlns:p14="http://schemas.microsoft.com/office/powerpoint/2010/main" val="4261161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1932" y="558800"/>
            <a:ext cx="3335867" cy="783695"/>
          </a:xfrm>
          <a:noFill/>
        </p:spPr>
        <p:txBody>
          <a:bodyPr/>
          <a:lstStyle/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5332" y="1574801"/>
            <a:ext cx="4817533" cy="4724400"/>
          </a:xfrm>
          <a:noFill/>
        </p:spPr>
        <p:txBody>
          <a:bodyPr>
            <a:normAutofit/>
          </a:bodyPr>
          <a:lstStyle/>
          <a:p>
            <a:r>
              <a:rPr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presentation provides an overview of Zomato's sales performance, covering revenue, top-performing restaurants, popular cuisines, and customer engagement insights.</a:t>
            </a:r>
            <a:endParaRPr lang="en-IN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detailed analysis is being done using My SQL queries including joins , subqueries and aggregate functions. </a:t>
            </a:r>
            <a:endParaRPr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866" y="274638"/>
            <a:ext cx="3877733" cy="1143000"/>
          </a:xfrm>
          <a:noFill/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2200" y="2616200"/>
            <a:ext cx="5190066" cy="3691467"/>
          </a:xfrm>
          <a:noFill/>
        </p:spPr>
        <p:txBody>
          <a:bodyPr>
            <a:normAutofit/>
          </a:bodyPr>
          <a:lstStyle/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Sales: ₹12 Cr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Orders Placed: 1.2M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Order Value: ₹500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Revenue Growth: 15% YoY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798" y="274638"/>
            <a:ext cx="4953001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Monthly Revenue</a:t>
            </a:r>
          </a:p>
        </p:txBody>
      </p:sp>
      <p:pic>
        <p:nvPicPr>
          <p:cNvPr id="3" name="Picture 2" descr="revenu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99" y="1854200"/>
            <a:ext cx="5188479" cy="421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800" y="274638"/>
            <a:ext cx="5080000" cy="1143000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bg1"/>
                </a:solidFill>
              </a:rPr>
              <a:t>Top </a:t>
            </a:r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Performing</a:t>
            </a:r>
            <a:r>
              <a:rPr dirty="0">
                <a:solidFill>
                  <a:schemeClr val="bg1"/>
                </a:solidFill>
              </a:rPr>
              <a:t> Restaurants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600" y="2463800"/>
            <a:ext cx="4902200" cy="3662363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1. Biryani House - ₹2.1 Cr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2. Pizza Palace - ₹1.8 Cr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3. Spice Hub - ₹1.5 Cr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4. Café Delight - ₹1.3 Cr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5. Burger World - ₹1.1 Cr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3066" y="274638"/>
            <a:ext cx="4893733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Popular Cuisines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0" y="3759199"/>
            <a:ext cx="4495800" cy="2366963"/>
          </a:xfrm>
        </p:spPr>
        <p:txBody>
          <a:bodyPr>
            <a:normAutofit fontScale="92500" lnSpcReduction="20000"/>
          </a:bodyPr>
          <a:lstStyle/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🍕 Pizza - 30%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🍔 Burgers - 25%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🍛 Biryani - 20%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🥗 Salads - 15%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🍣 Sushi - 10%</a:t>
            </a:r>
          </a:p>
        </p:txBody>
      </p:sp>
      <p:pic>
        <p:nvPicPr>
          <p:cNvPr id="4" name="Picture 3" descr="cuisin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0" y="1417637"/>
            <a:ext cx="3166533" cy="2051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274638"/>
            <a:ext cx="5105400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1466" y="3428999"/>
            <a:ext cx="4995333" cy="2697163"/>
          </a:xfrm>
        </p:spPr>
        <p:txBody>
          <a:bodyPr>
            <a:normAutofit fontScale="92500" lnSpcReduction="20000"/>
          </a:bodyPr>
          <a:lstStyle/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Repeat Customers: 60%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New Customers: 40%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Highest Orders by Age Group: 25-34 years</a:t>
            </a: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Peak Ordering Time: </a:t>
            </a:r>
            <a:endParaRPr lang="en-IN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 PM - 10 PM</a:t>
            </a:r>
          </a:p>
        </p:txBody>
      </p:sp>
      <p:pic>
        <p:nvPicPr>
          <p:cNvPr id="4" name="Picture 3" descr="customer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065" y="1510771"/>
            <a:ext cx="2252133" cy="1571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3EE9-3E48-7DFB-7761-064C1E2C5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266" y="274638"/>
            <a:ext cx="4944533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Find the total number of restaurants</a:t>
            </a:r>
            <a:endParaRPr lang="en-IN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925234-1FE3-5DEF-B6C3-90B517859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8430" y="1904652"/>
            <a:ext cx="4163006" cy="1190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E20A4E-C4B4-DBD2-A445-6A553BDF2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430" y="3762557"/>
            <a:ext cx="4185021" cy="175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4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B7A61-72F0-1EFF-210A-86604B996D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Show all restaurants with rating greater than 4.5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64437-60A8-A8FC-5100-AE8B5D6AE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866" y="1647609"/>
            <a:ext cx="5080000" cy="1552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F04C88-F314-FE0C-43D2-19ABA1CC8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866" y="3657600"/>
            <a:ext cx="5080000" cy="222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772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D12A6-0503-AB06-29DC-468A1BC2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58B9-AA7E-F21F-1DAA-09B0C3C42D3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Find the top 5 most expensive food items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5BEE6-D9AA-E61E-1309-4BF9871E4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782" y="1812820"/>
            <a:ext cx="5029902" cy="1505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7B5CE0-7F92-00B4-E94E-68D0097CB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782" y="3818864"/>
            <a:ext cx="5089757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79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59DF5-8788-FFAD-5CC6-37D327CB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FA59-9FEF-D0CD-8388-33553FF0A5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Find which restaurant has the maximum menu items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E2F02-CFE5-E9A9-B105-F253904AD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799" y="1695208"/>
            <a:ext cx="4368801" cy="1733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79FF4A-BDF2-DFFE-2C69-A729D5B91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618" y="3832082"/>
            <a:ext cx="3461162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48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BC5F9-1382-812D-E888-1F8F6483A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AC58-F6B5-262C-D538-10181E9A95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 </a:t>
            </a:r>
            <a:r>
              <a:rPr lang="fr-FR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list</a:t>
            </a:r>
            <a:r>
              <a:rPr lang="fr-FR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total </a:t>
            </a:r>
            <a:r>
              <a:rPr lang="fr-FR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veg</a:t>
            </a:r>
            <a:r>
              <a:rPr lang="fr-FR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options </a:t>
            </a:r>
            <a:r>
              <a:rPr lang="fr-FR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available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FAD9E2-0818-B7D3-4336-BE8BDA7F2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416" y="1417638"/>
            <a:ext cx="3762900" cy="1000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507BDB-B20D-DCFF-1B75-2FA0700EB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512" y="2661435"/>
            <a:ext cx="3268707" cy="32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44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60503-7C6D-3445-86E7-B3423F05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CE64-B2D7-5851-CF25-5702875BC9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6. </a:t>
            </a:r>
            <a:r>
              <a:rPr lang="fr-FR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count total non-</a:t>
            </a:r>
            <a:r>
              <a:rPr lang="fr-FR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veg</a:t>
            </a:r>
            <a:r>
              <a:rPr lang="fr-FR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options </a:t>
            </a:r>
            <a:r>
              <a:rPr lang="fr-FR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available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B6CF2F-2C41-D014-4BBF-2FD86CDF7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64" y="1647222"/>
            <a:ext cx="4382112" cy="1057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C7B064-65D2-50F7-9DEF-D0B54274A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736" y="3197606"/>
            <a:ext cx="3774767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66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14DE-53CA-782C-7CFF-46CB96B69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7FC54-D9B8-E329-21FC-CF120CB48F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7. Show users who never placed an order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4637E-C958-3308-15CA-1EA480FBE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64" y="1724450"/>
            <a:ext cx="4239217" cy="1495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F0C012-C7F4-4F37-B5A8-C8241C633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926" y="3429000"/>
            <a:ext cx="4353491" cy="25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08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4BB42-EEA9-6A2A-5291-D4C6EDE1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F42B-BD61-8545-A6DA-3E826C4068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8. List all drivers and the number of deliveries they completed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C92591-8752-F383-4331-C756F44A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64" y="1836111"/>
            <a:ext cx="4313040" cy="1042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FE0039-92CE-0D1D-EA3F-990239A07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579" y="3297140"/>
            <a:ext cx="2129659" cy="228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49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B434-2C7B-6AB2-7217-F81A3F6E5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2650-7464-8DCB-8496-CCCA85AD2D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9. List all users who have placed an order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4531CB-095A-0338-1510-45DCE2FB8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64" y="1794175"/>
            <a:ext cx="4382112" cy="1095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066F1B-1287-B2A1-385F-D1FCE50A2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063" y="3120274"/>
            <a:ext cx="4429439" cy="306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377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35709-39AC-F1A2-1550-05F32F87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E36A-37C1-7D5A-4C4B-9995A47BCF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10. Show all food items with their restaurant name and price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4D9FF5-1E77-71E9-C595-B829BCC1A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64" y="2231925"/>
            <a:ext cx="4505054" cy="1428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3AA557-2465-76C0-3190-2960993D0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029" y="3911366"/>
            <a:ext cx="2394799" cy="206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79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3FE4-02C6-5243-6626-9E25FFA86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06823-78F4-3DC2-9DDE-F9E43D410F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11. Find the most expensive food item available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EB273-1FFB-8D0E-1927-712001E1A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415" y="1754580"/>
            <a:ext cx="4486901" cy="19433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828DE5-16D2-79DA-47BD-A08DDA8F8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914" y="3827866"/>
            <a:ext cx="4305901" cy="114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548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700E2-BFE5-FAC5-05E2-08472B82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2EE24-361F-109D-A15C-8B78966D12A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12. List restaurants that have never received an order</a:t>
            </a:r>
            <a:b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3E905-F12B-1E2A-8205-2441E8095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924" y="1813859"/>
            <a:ext cx="5153744" cy="1790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7D4D1F-FC29-68FC-4AEF-417FA8A40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687" y="3822700"/>
            <a:ext cx="2258184" cy="222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35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ECF7-F844-A3AD-DF01-C6ABA74F8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E6B0-C109-BD9E-9023-A51EE23575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13.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Find average spending of each user 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AB3FE4-793B-7459-20E7-98EF95DE7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208" y="1742840"/>
            <a:ext cx="4829849" cy="1686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F65251-83ED-C4FA-67E9-0883A784B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636" y="3754202"/>
            <a:ext cx="2356098" cy="226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45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F4568-994B-87A8-277D-1FF7B2E4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B2D8-9B30-B617-395B-5150D515F7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14.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Find restaurants that serve only vegetarian food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66508C-8FD6-D1B1-1F8C-BEFCCAF09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766" y="1496310"/>
            <a:ext cx="5210902" cy="2476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1EC2A7-8810-E199-E05F-058DF0FBD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877" y="4123267"/>
            <a:ext cx="1924903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44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BF0F3-3920-89F9-D1B4-8637AAE8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C570-5218-CFEC-D09C-3C94F93F69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83064" y="274638"/>
            <a:ext cx="4791604" cy="11430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15.</a:t>
            </a:r>
            <a:r>
              <a:rPr lang="en-US" sz="2400" dirty="0"/>
              <a:t>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Get average order value (AOV) for each restaurant</a:t>
            </a:r>
            <a:endParaRPr lang="en-IN" sz="24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810CF-7DA8-3590-E3C8-C19F1C2F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64" y="1597964"/>
            <a:ext cx="4572436" cy="1714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5BE55-5FEC-1D62-8FA0-E5936ACCA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225" y="3640433"/>
            <a:ext cx="2517282" cy="195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28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7066" y="274638"/>
            <a:ext cx="4639733" cy="1143000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EA7679-089D-77D4-516B-F9A70EBD5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0" y="1600200"/>
            <a:ext cx="47498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Zomato analysis through SQL leads to detailed information regarding all the aspects such as top restaurants, most ordered </a:t>
            </a:r>
            <a:r>
              <a:rPr lang="en-IN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food,least</a:t>
            </a:r>
            <a:r>
              <a:rPr lang="en-IN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ordered items etc. Conclusions can be made accordingly about the business.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A6DF9-42D1-D1B0-A918-BB40541F0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266" y="1600200"/>
            <a:ext cx="4563533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2198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356</Words>
  <Application>Microsoft Office PowerPoint</Application>
  <PresentationFormat>On-screen Show (4:3)</PresentationFormat>
  <Paragraphs>46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                   DELIVERY APP ANALYSIS</vt:lpstr>
      <vt:lpstr>Introduction</vt:lpstr>
      <vt:lpstr>Sales Overview</vt:lpstr>
      <vt:lpstr>Monthly Revenue</vt:lpstr>
      <vt:lpstr>Top Performing Restaurants</vt:lpstr>
      <vt:lpstr>Popular Cuisines</vt:lpstr>
      <vt:lpstr>Customer Insights</vt:lpstr>
      <vt:lpstr>1. Find the total number of restaurants</vt:lpstr>
      <vt:lpstr>2. Show all restaurants with rating greater than 4.5</vt:lpstr>
      <vt:lpstr>3. Find the top 5 most expensive food items</vt:lpstr>
      <vt:lpstr>4. Find which restaurant has the maximum menu items</vt:lpstr>
      <vt:lpstr>5. list  total veg options available</vt:lpstr>
      <vt:lpstr>6. count total non-veg options available</vt:lpstr>
      <vt:lpstr>7. Show users who never placed an order</vt:lpstr>
      <vt:lpstr>8. List all drivers and the number of deliveries they completed</vt:lpstr>
      <vt:lpstr>9. List all users who have placed an order</vt:lpstr>
      <vt:lpstr>10. Show all food items with their restaurant name and price</vt:lpstr>
      <vt:lpstr>11. Find the most expensive food item available</vt:lpstr>
      <vt:lpstr>12. List restaurants that have never received an order </vt:lpstr>
      <vt:lpstr>13. Find average spending of each user </vt:lpstr>
      <vt:lpstr>14. Find restaurants that serve only vegetarian food</vt:lpstr>
      <vt:lpstr>15. Get average order value (AOV) for each restaurant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FALGUNI FADNIS</cp:lastModifiedBy>
  <cp:revision>5</cp:revision>
  <dcterms:created xsi:type="dcterms:W3CDTF">2013-01-27T09:14:16Z</dcterms:created>
  <dcterms:modified xsi:type="dcterms:W3CDTF">2025-09-20T09:27:00Z</dcterms:modified>
  <cp:category/>
</cp:coreProperties>
</file>